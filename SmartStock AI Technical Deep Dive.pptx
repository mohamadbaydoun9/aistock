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7" r:id="rId3"/>
    <p:sldId id="261" r:id="rId4"/>
    <p:sldId id="263" r:id="rId5"/>
    <p:sldId id="266" r:id="rId6"/>
    <p:sldId id="268" r:id="rId7"/>
    <p:sldId id="277" r:id="rId8"/>
    <p:sldId id="259" r:id="rId9"/>
    <p:sldId id="270" r:id="rId10"/>
    <p:sldId id="272" r:id="rId11"/>
    <p:sldId id="275" r:id="rId12"/>
    <p:sldId id="281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360924a6_31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1360924a6_31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1360924a6_3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1360924a6_3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1360924a6_3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1360924a6_3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1360924a6_31_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1360924a6_31_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1360924a6_31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1360924a6_31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1360924a6_31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1360924a6_31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1360924a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1360924a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1360924a6_31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91360924a6_31_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1360924a6_31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1360924a6_31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1360924a6_31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91360924a6_31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caea543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caea543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2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4BCFF-41D4-9349-3F04-4AE3AEE4E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4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Moustafa Baydoun</dc:creator>
  <cp:lastModifiedBy>mohamad baydoun</cp:lastModifiedBy>
  <cp:revision>1</cp:revision>
  <dcterms:modified xsi:type="dcterms:W3CDTF">2025-12-02T13:44:46Z</dcterms:modified>
</cp:coreProperties>
</file>